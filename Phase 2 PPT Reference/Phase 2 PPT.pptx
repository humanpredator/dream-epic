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  <p:sldId id="260" r:id="rId5"/>
    <p:sldId id="279" r:id="rId6"/>
    <p:sldId id="264" r:id="rId7"/>
    <p:sldId id="263" r:id="rId8"/>
    <p:sldId id="274" r:id="rId9"/>
    <p:sldId id="273" r:id="rId10"/>
    <p:sldId id="272" r:id="rId11"/>
    <p:sldId id="275" r:id="rId12"/>
    <p:sldId id="271" r:id="rId13"/>
    <p:sldId id="280" r:id="rId14"/>
    <p:sldId id="281" r:id="rId15"/>
    <p:sldId id="282" r:id="rId16"/>
    <p:sldId id="283" r:id="rId17"/>
    <p:sldId id="270" r:id="rId18"/>
    <p:sldId id="269" r:id="rId19"/>
    <p:sldId id="268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4" d="100"/>
          <a:sy n="64" d="100"/>
        </p:scale>
        <p:origin x="-1566" y="-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60E7F7C-5421-4D3F-8525-10E3F52211E2}" type="datetimeFigureOut">
              <a:rPr lang="en-US" smtClean="0"/>
              <a:t>6/11/2018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E12B6E2B-3F89-4CBC-867E-1C9411DC9B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FAULT TOLERANCE TECHNIQUE FOR COMBINATIONAL AND SEQUENTIAL CIRCUITS USING TRIPLE MODULAR REDUNDANCY TECHNIQUE</a:t>
            </a:r>
          </a:p>
          <a:p>
            <a:pPr marL="0" indent="0" algn="ctr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PHASE II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Under Guidance Of                                                             Presented By                                                  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C.SENTHILKUMAR(AP/ECE)                                      G.SRIPATHI    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AVS ENGINEERING COLLEGE                                     (620116419018)         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SALEM                                                                               M.E VLSI DESIGN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241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focus on designing combinational &amp; sequential circuits for  error tolerance with minimal area overhead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78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nalyzing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random pattern testability of faults in a circuit and protecting sensitive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transistors.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uplicating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and sizing a subset of transistors necessary for providing the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protection.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Protect sensitive transistors whose probability of failure is relatively high and compute the circuit failure rate at the gate level.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0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38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r>
              <a:rPr lang="en-AU" sz="3800" b="1" dirty="0" smtClean="0">
                <a:solidFill>
                  <a:schemeClr val="accent1"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AU" sz="3800" b="1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AU" sz="3800" b="1" dirty="0" smtClean="0">
                <a:solidFill>
                  <a:schemeClr val="accent1">
                    <a:satMod val="1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800" b="1" dirty="0" smtClean="0">
                <a:latin typeface="Times New Roman" pitchFamily="18" charset="0"/>
                <a:cs typeface="Times New Roman" pitchFamily="18" charset="0"/>
              </a:rPr>
              <a:t>Fault Tolerance Technique</a:t>
            </a:r>
            <a:endParaRPr lang="en-US" sz="3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Fault-tolerant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techniques using hardware redundancy have been extensively investigated for improving reliability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Due to advancements in CMOS technology and shrinking of feature size to the nanometer scale systems are turning out to be more susceptible to manufacturing defects and soft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errors.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36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990600"/>
          </a:xfrm>
        </p:spPr>
        <p:txBody>
          <a:bodyPr/>
          <a:lstStyle/>
          <a:p>
            <a:r>
              <a:rPr lang="en-AU" b="1" dirty="0">
                <a:latin typeface="Times New Roman" pitchFamily="18" charset="0"/>
                <a:cs typeface="Times New Roman" pitchFamily="18" charset="0"/>
              </a:rPr>
              <a:t>Literature Review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609794"/>
              </p:ext>
            </p:extLst>
          </p:nvPr>
        </p:nvGraphicFramePr>
        <p:xfrm>
          <a:off x="107504" y="980728"/>
          <a:ext cx="8928992" cy="5745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416"/>
                <a:gridCol w="2633424"/>
                <a:gridCol w="2191112"/>
                <a:gridCol w="1100728"/>
                <a:gridCol w="2345312"/>
              </a:tblGrid>
              <a:tr h="8206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S. NO</a:t>
                      </a:r>
                    </a:p>
                    <a:p>
                      <a:pPr algn="ctr"/>
                      <a:endParaRPr lang="en-US" sz="2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  <a:p>
                      <a:pPr algn="ctr"/>
                      <a:endParaRPr lang="en-US" sz="2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endParaRPr lang="en-US" sz="2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DRAWBACK</a:t>
                      </a:r>
                      <a:endParaRPr lang="en-US" sz="2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05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Soft N Modular Redundancy</a:t>
                      </a:r>
                    </a:p>
                    <a:p>
                      <a:endParaRPr lang="en-US" sz="205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Eric </a:t>
                      </a:r>
                      <a:r>
                        <a:rPr lang="en-US" sz="205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P.Kim</a:t>
                      </a: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205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Naresh</a:t>
                      </a:r>
                      <a:r>
                        <a:rPr lang="en-US" sz="205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5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R.Shanbhag</a:t>
                      </a:r>
                      <a:endParaRPr lang="en-US" sz="205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05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5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2012</a:t>
                      </a:r>
                      <a:endParaRPr lang="en-US" sz="205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The Quality and Power efficiency is Low.</a:t>
                      </a:r>
                    </a:p>
                  </a:txBody>
                  <a:tcPr/>
                </a:tc>
              </a:tr>
              <a:tr h="1491560">
                <a:tc>
                  <a:txBody>
                    <a:bodyPr/>
                    <a:lstStyle/>
                    <a:p>
                      <a:pPr algn="ctr"/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05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A Fault Tolerant Technique Using </a:t>
                      </a:r>
                      <a:r>
                        <a:rPr lang="en-US" sz="205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Quadded</a:t>
                      </a: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 Logic and </a:t>
                      </a:r>
                      <a:r>
                        <a:rPr lang="en-US" sz="205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Quadded</a:t>
                      </a: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 Transistors</a:t>
                      </a:r>
                    </a:p>
                    <a:p>
                      <a:endParaRPr lang="en-US" sz="205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5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Jie</a:t>
                      </a: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 Han,</a:t>
                      </a:r>
                      <a:r>
                        <a:rPr lang="en-US" sz="205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Eugene Leung, </a:t>
                      </a:r>
                      <a:r>
                        <a:rPr lang="en-US" sz="205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Leibo</a:t>
                      </a:r>
                      <a:r>
                        <a:rPr lang="en-US" sz="205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Liu, </a:t>
                      </a:r>
                      <a:r>
                        <a:rPr lang="en-US" sz="205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Fabrizio</a:t>
                      </a:r>
                      <a:r>
                        <a:rPr lang="en-US" sz="205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Lombardi</a:t>
                      </a:r>
                      <a:endParaRPr lang="en-US" sz="205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05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5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2014</a:t>
                      </a:r>
                      <a:endParaRPr lang="en-US" sz="205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Reliability is very low for smaller circuits</a:t>
                      </a:r>
                      <a:r>
                        <a:rPr lang="en-US" sz="205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205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05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Simulation Based Method</a:t>
                      </a:r>
                      <a:r>
                        <a:rPr lang="en-US" sz="205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for Synthesizing Soft Error Tolerant Combinational Circuits</a:t>
                      </a:r>
                      <a:endParaRPr lang="en-US" sz="205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5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Aimen</a:t>
                      </a: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5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H.El-Maleh</a:t>
                      </a: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lang="en-US" sz="205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5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Khaled</a:t>
                      </a:r>
                      <a:r>
                        <a:rPr lang="en-US" sz="205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5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A.K.Daud</a:t>
                      </a:r>
                      <a:endParaRPr lang="en-US" sz="205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05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5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2015</a:t>
                      </a:r>
                      <a:endParaRPr lang="en-US" sz="205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50" dirty="0" smtClean="0">
                          <a:latin typeface="Times New Roman" pitchFamily="18" charset="0"/>
                          <a:cs typeface="Times New Roman" pitchFamily="18" charset="0"/>
                        </a:rPr>
                        <a:t>It</a:t>
                      </a:r>
                      <a:r>
                        <a:rPr lang="en-US" sz="205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is only for Combinational circuits. Multi level circuits takes some time delay</a:t>
                      </a:r>
                      <a:endParaRPr lang="en-US" sz="205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7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Existing System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They Focused on designing combinational circuits for soft error tolerance with minimal area overhead.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Transistors are protected based on duplicating and sizing a subset of transistors necessary for providing the protection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11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Selective Transistor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Redundancy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elective Transistor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edundancy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technique is applied to protect the transistors of a circuit that have relatively high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Probability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failure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arrangements of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nMOS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pMOS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transistors are discussed for each gate for various transistor protection scenarios.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4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Disadvantage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Which has an area overhead of at least three times the area overhead of the original circuit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Significantly More area overhead with similar reliability measures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38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latin typeface="Times New Roman" pitchFamily="18" charset="0"/>
                <a:cs typeface="Times New Roman" pitchFamily="18" charset="0"/>
              </a:rPr>
              <a:t>Proposed </a:t>
            </a:r>
            <a:r>
              <a:rPr lang="en-AU" b="1" dirty="0" smtClean="0">
                <a:latin typeface="Times New Roman" pitchFamily="18" charset="0"/>
                <a:cs typeface="Times New Roman" pitchFamily="18" charset="0"/>
              </a:rPr>
              <a:t>System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 alternative way to have a fault less system  Triple Modular Redundancy (TMR) is used for making a fault tolerance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By using this TMR model, the faulty processor is detected as well as the administrator will be able to know that fault lie in which bit of which processor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70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Block Diagram of TMR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0087" y="2291920"/>
            <a:ext cx="6503825" cy="3493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25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latin typeface="Times New Roman" pitchFamily="18" charset="0"/>
                <a:cs typeface="Times New Roman" pitchFamily="18" charset="0"/>
              </a:rPr>
              <a:t>Block Diagram Explanation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TMR system is composed of three identical devices and voting logic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voting logic is the majority voter which takes the majority of inputs to be the output value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Due to the fault in system, one of these three devices may have an error inside and generate a different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233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Software Utilization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Modelsim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Altera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Quartus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16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Simulation Results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Multiplexer Output:</a:t>
            </a:r>
          </a:p>
          <a:p>
            <a:pPr marL="0" indent="0">
              <a:buNone/>
            </a:pP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380" y="2420888"/>
            <a:ext cx="6736980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232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DFF Output:</a:t>
            </a:r>
          </a:p>
          <a:p>
            <a:pPr marL="0" indent="0">
              <a:buNone/>
            </a:pP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132856"/>
            <a:ext cx="6984776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618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Synthesis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Area Report: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492896"/>
            <a:ext cx="5760640" cy="3223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168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Power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Dissipation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eport: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420888"/>
            <a:ext cx="6143529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010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 STR-based fault tolerance technique for combinational circuits have been studied with literature papers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This system evaluates the processor and checks for the faulty bits in the processor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TMR administrator will come to know which of the processor is diverting from regular program and they will able to take the appropriate action based on the results.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94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9906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1. A. H. El-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Maleh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K. A. K.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Daud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(2015), “Simulation-based method for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synthesizing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soft error tolerant combinational circuits,” IEEE Trans. Rel.,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vol.64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no. 3, pp. 935–948.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A. H. El-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Maleh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F. C.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Oughali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(2014), “A generalized modular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redundancy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scheme for enhancing fault tolerance of combinational circuits,” 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Microelectron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Rel., vol. 54, no. 1, pp. 316–326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3. C.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Lazzari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G. Wirth, F. L.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Kastensmidt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L.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Anghel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and R. A. da Luz Reis, (2012), “Asymmetric transistor sizing targeting radiation-hardened circuits,” Elect. Eng., vol. 94, no. 1, pp.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11–18.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61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4. Chris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Winstead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Yi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Luo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Eduardo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Monzon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Abiezer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Tejeda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(2011) “An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error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correction method for binary and multiple-valued”.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E. P. Kim and N. R.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Shanbhag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(2012) “Soft N-modular redundancy,”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IEEE Trans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Comput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., vol. 61, no. 3, pp. 323–336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6. J. Han, E. Leung, L. Liu, and F. Lombardi, (2015),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 fault-tolerant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technique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quadded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logic and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quadded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transistors,” IEEE Trans. Very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Large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Scale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Integr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(VLSI) Syst., vol. 23, no. 8, pp. 1562–1566. </a:t>
            </a:r>
          </a:p>
        </p:txBody>
      </p:sp>
    </p:spTree>
    <p:extLst>
      <p:ext uri="{BB962C8B-B14F-4D97-AF65-F5344CB8AC3E}">
        <p14:creationId xmlns:p14="http://schemas.microsoft.com/office/powerpoint/2010/main" val="162577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4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896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288</TotalTime>
  <Words>794</Words>
  <Application>Microsoft Office PowerPoint</Application>
  <PresentationFormat>On-screen Show (4:3)</PresentationFormat>
  <Paragraphs>96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Clarity</vt:lpstr>
      <vt:lpstr>PowerPoint Presentation</vt:lpstr>
      <vt:lpstr>Objective</vt:lpstr>
      <vt:lpstr>Abstract</vt:lpstr>
      <vt:lpstr>Introduction of  Fault Tolerance Technique</vt:lpstr>
      <vt:lpstr>Literature Review</vt:lpstr>
      <vt:lpstr>Existing System</vt:lpstr>
      <vt:lpstr>Selective Transistor Redundancy Technique</vt:lpstr>
      <vt:lpstr>Disadvantage</vt:lpstr>
      <vt:lpstr>Proposed System</vt:lpstr>
      <vt:lpstr>Block Diagram of TMR</vt:lpstr>
      <vt:lpstr>Block Diagram Explanation</vt:lpstr>
      <vt:lpstr>Software Utilization</vt:lpstr>
      <vt:lpstr>Simulation Results</vt:lpstr>
      <vt:lpstr>PowerPoint Presentation</vt:lpstr>
      <vt:lpstr>Synthesis Results</vt:lpstr>
      <vt:lpstr>PowerPoint Presentation</vt:lpstr>
      <vt:lpstr>Conclusion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PATTAPPANMALAR</dc:creator>
  <cp:lastModifiedBy>PATTAPPANMALAR</cp:lastModifiedBy>
  <cp:revision>53</cp:revision>
  <dcterms:created xsi:type="dcterms:W3CDTF">2017-10-26T16:40:14Z</dcterms:created>
  <dcterms:modified xsi:type="dcterms:W3CDTF">2018-06-11T03:15:14Z</dcterms:modified>
</cp:coreProperties>
</file>