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8"/>
  </p:notesMasterIdLst>
  <p:sldIdLst>
    <p:sldId id="256" r:id="rId2"/>
    <p:sldId id="257" r:id="rId3"/>
    <p:sldId id="262" r:id="rId4"/>
    <p:sldId id="263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1325D-BC9B-40CA-A232-812DD10CD9D7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08411-82E5-48F5-A95A-D6382729B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37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1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8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34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23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21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9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13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54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457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1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677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558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493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197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52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618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30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FFD472B-3F04-4140-8EB9-D00A0FF39B7A}" type="datetimeFigureOut">
              <a:rPr lang="en-IN" smtClean="0"/>
              <a:t>24-03-2022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136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655F-E6EE-438E-9494-470CD0167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7079" y="687947"/>
            <a:ext cx="8723141" cy="314995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Advanced Electronic Voting Machine using raspberry pi with fingerprint and facial recognition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9961E-8CD6-4F05-8B38-E802CE0C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81" y="4388360"/>
            <a:ext cx="4057136" cy="14148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Guided By;</a:t>
            </a:r>
          </a:p>
          <a:p>
            <a:r>
              <a:rPr lang="en-US" sz="1600" dirty="0">
                <a:solidFill>
                  <a:schemeClr val="tx1"/>
                </a:solidFill>
              </a:rPr>
              <a:t>Professor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b="1" dirty="0">
                <a:solidFill>
                  <a:schemeClr val="tx1"/>
                </a:solidFill>
              </a:rPr>
              <a:t>Kanagaraj 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F5040-E8AA-4B74-BA23-133F88918A92}"/>
              </a:ext>
            </a:extLst>
          </p:cNvPr>
          <p:cNvSpPr txBox="1"/>
          <p:nvPr/>
        </p:nvSpPr>
        <p:spPr>
          <a:xfrm>
            <a:off x="9086568" y="4388360"/>
            <a:ext cx="502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Batch Students;</a:t>
            </a:r>
          </a:p>
          <a:p>
            <a:r>
              <a:rPr lang="en-IN" dirty="0"/>
              <a:t>	Bharath G</a:t>
            </a:r>
          </a:p>
          <a:p>
            <a:r>
              <a:rPr lang="en-IN" dirty="0"/>
              <a:t>	Kalaiarasan M.K</a:t>
            </a:r>
          </a:p>
          <a:p>
            <a:r>
              <a:rPr lang="en-IN" dirty="0"/>
              <a:t>	Mubarak Ali S.Y</a:t>
            </a:r>
          </a:p>
          <a:p>
            <a:r>
              <a:rPr lang="en-IN" dirty="0"/>
              <a:t>	Ajay R</a:t>
            </a:r>
          </a:p>
        </p:txBody>
      </p:sp>
    </p:spTree>
    <p:extLst>
      <p:ext uri="{BB962C8B-B14F-4D97-AF65-F5344CB8AC3E}">
        <p14:creationId xmlns:p14="http://schemas.microsoft.com/office/powerpoint/2010/main" val="2406087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A2FF-FE45-49AA-A5F3-819F7A8C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33022"/>
            <a:ext cx="9404723" cy="140053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Of Interest: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45563-6ECE-40B1-9DAD-2987EAA97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81767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Based Projects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RIFD Based Electronic Passport system for easy governance.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Availability indication system.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Railway Gate Controller with High speed Alerting system.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Electronic Voting Machine using raspberry pi with fingerprint and facial recognition</a:t>
            </a:r>
          </a:p>
        </p:txBody>
      </p:sp>
    </p:spTree>
    <p:extLst>
      <p:ext uri="{BB962C8B-B14F-4D97-AF65-F5344CB8AC3E}">
        <p14:creationId xmlns:p14="http://schemas.microsoft.com/office/powerpoint/2010/main" val="2271073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E34CAF6-DCE4-4A3B-B173-4B711FA61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925705"/>
              </p:ext>
            </p:extLst>
          </p:nvPr>
        </p:nvGraphicFramePr>
        <p:xfrm>
          <a:off x="456653" y="1542123"/>
          <a:ext cx="11451687" cy="4836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477">
                  <a:extLst>
                    <a:ext uri="{9D8B030D-6E8A-4147-A177-3AD203B41FA5}">
                      <a16:colId xmlns:a16="http://schemas.microsoft.com/office/drawing/2014/main" val="2116754742"/>
                    </a:ext>
                  </a:extLst>
                </a:gridCol>
                <a:gridCol w="3795623">
                  <a:extLst>
                    <a:ext uri="{9D8B030D-6E8A-4147-A177-3AD203B41FA5}">
                      <a16:colId xmlns:a16="http://schemas.microsoft.com/office/drawing/2014/main" val="2231753211"/>
                    </a:ext>
                  </a:extLst>
                </a:gridCol>
                <a:gridCol w="2283529">
                  <a:extLst>
                    <a:ext uri="{9D8B030D-6E8A-4147-A177-3AD203B41FA5}">
                      <a16:colId xmlns:a16="http://schemas.microsoft.com/office/drawing/2014/main" val="3426501478"/>
                    </a:ext>
                  </a:extLst>
                </a:gridCol>
                <a:gridCol w="2283529">
                  <a:extLst>
                    <a:ext uri="{9D8B030D-6E8A-4147-A177-3AD203B41FA5}">
                      <a16:colId xmlns:a16="http://schemas.microsoft.com/office/drawing/2014/main" val="3205494145"/>
                    </a:ext>
                  </a:extLst>
                </a:gridCol>
                <a:gridCol w="2283529">
                  <a:extLst>
                    <a:ext uri="{9D8B030D-6E8A-4147-A177-3AD203B41FA5}">
                      <a16:colId xmlns:a16="http://schemas.microsoft.com/office/drawing/2014/main" val="3383872884"/>
                    </a:ext>
                  </a:extLst>
                </a:gridCol>
              </a:tblGrid>
              <a:tr h="6549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419302"/>
                  </a:ext>
                </a:extLst>
              </a:tr>
              <a:tr h="135924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Electronic Voting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than Ballot voting system.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difficult task is the complexity of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85117"/>
                  </a:ext>
                </a:extLst>
              </a:tr>
              <a:tr h="135924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Performance Electronic Voting Machine (EVM) Implementation Using ARM Cortex M3 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vote count display are password protected.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enough security.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6616"/>
                  </a:ext>
                </a:extLst>
              </a:tr>
              <a:tr h="135924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implementation of convenient and compulsory voting system using finger print sensor and GSM technologies 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 secured, GSM based data sharing &amp; reduced Vote counting time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Small Scale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1040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B26A8A-EA4F-4A70-B56F-4AA9281AC805}"/>
              </a:ext>
            </a:extLst>
          </p:cNvPr>
          <p:cNvSpPr txBox="1"/>
          <p:nvPr/>
        </p:nvSpPr>
        <p:spPr>
          <a:xfrm>
            <a:off x="393993" y="307133"/>
            <a:ext cx="11451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and Comparative Survey: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74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6837-9A3B-4435-A0B6-56F2ECFF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681037"/>
            <a:ext cx="9404723" cy="1400530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Title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AD6C-9BD6-4354-875B-29D31710B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85950"/>
            <a:ext cx="10515600" cy="40021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Electronic Voting Machine using raspberry pi with fingerprint and facial recognition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19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F9142A-52A8-4CA4-AB32-247D1FD2890E}"/>
              </a:ext>
            </a:extLst>
          </p:cNvPr>
          <p:cNvSpPr txBox="1"/>
          <p:nvPr/>
        </p:nvSpPr>
        <p:spPr>
          <a:xfrm>
            <a:off x="354227" y="1645718"/>
            <a:ext cx="11837773" cy="4088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Voting is voting using electronic system to aid casting and counting votes.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to improve the Security of the existing voting system in India.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and facial recognition based authentication used for secure voting.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security of the system, the information must be encrypted and it provide more privacy.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fingerprint gets tampered due to age and other factors, it scan still be used because of the new facial recognition feature.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3E1219-AAF8-4F2A-B1A1-5177BA401933}"/>
              </a:ext>
            </a:extLst>
          </p:cNvPr>
          <p:cNvSpPr txBox="1"/>
          <p:nvPr/>
        </p:nvSpPr>
        <p:spPr>
          <a:xfrm>
            <a:off x="354227" y="716006"/>
            <a:ext cx="1115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905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3E6B2A-080F-4143-BC92-2C58724B8753}"/>
              </a:ext>
            </a:extLst>
          </p:cNvPr>
          <p:cNvSpPr txBox="1"/>
          <p:nvPr/>
        </p:nvSpPr>
        <p:spPr>
          <a:xfrm>
            <a:off x="1161535" y="2832325"/>
            <a:ext cx="9687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317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169</TotalTime>
  <Words>264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Times New Roman</vt:lpstr>
      <vt:lpstr>Wingdings 3</vt:lpstr>
      <vt:lpstr>Ion</vt:lpstr>
      <vt:lpstr>Advanced Electronic Voting Machine using raspberry pi with fingerprint and facial recognition</vt:lpstr>
      <vt:lpstr>Area Of Interest:</vt:lpstr>
      <vt:lpstr>PowerPoint Presentation</vt:lpstr>
      <vt:lpstr>Proposed Title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Electronic Voting Machine</dc:title>
  <dc:creator>ShaDow MoNaRcH</dc:creator>
  <cp:lastModifiedBy>ShaDow MoNaRcH</cp:lastModifiedBy>
  <cp:revision>19</cp:revision>
  <dcterms:created xsi:type="dcterms:W3CDTF">2022-03-17T09:06:25Z</dcterms:created>
  <dcterms:modified xsi:type="dcterms:W3CDTF">2022-03-24T10:06:34Z</dcterms:modified>
</cp:coreProperties>
</file>