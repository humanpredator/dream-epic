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11"/>
  </p:notesMasterIdLst>
  <p:sldIdLst>
    <p:sldId id="256" r:id="rId2"/>
    <p:sldId id="267" r:id="rId3"/>
    <p:sldId id="262" r:id="rId4"/>
    <p:sldId id="264" r:id="rId5"/>
    <p:sldId id="265" r:id="rId6"/>
    <p:sldId id="260" r:id="rId7"/>
    <p:sldId id="268" r:id="rId8"/>
    <p:sldId id="266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76" autoAdjust="0"/>
    <p:restoredTop sz="94660"/>
  </p:normalViewPr>
  <p:slideViewPr>
    <p:cSldViewPr snapToGrid="0">
      <p:cViewPr varScale="1">
        <p:scale>
          <a:sx n="76" d="100"/>
          <a:sy n="76" d="100"/>
        </p:scale>
        <p:origin x="4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01325D-BC9B-40CA-A232-812DD10CD9D7}" type="datetimeFigureOut">
              <a:rPr lang="en-IN" smtClean="0"/>
              <a:t>04-05-2022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08411-82E5-48F5-A95A-D6382729B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379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04-05-2022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792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04-05-2022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431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04-05-2022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355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04-05-2022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347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04-05-2022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376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04-05-2022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688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04-05-2022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887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04-05-2022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191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04-05-2022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33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04-05-2022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892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04-05-2022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90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04-05-2022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91674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04-05-2022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6423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04-05-2022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8428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04-05-2022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4953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04-05-2022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050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04-05-2022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784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FFD472B-3F04-4140-8EB9-D00A0FF39B7A}" type="datetimeFigureOut">
              <a:rPr lang="en-IN" smtClean="0"/>
              <a:t>04-05-2022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3234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D655F-E6EE-438E-9494-470CD0167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4429" y="1106387"/>
            <a:ext cx="8723141" cy="23226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Electronic Voting Machine with fingerprint and facial recognition</a:t>
            </a:r>
            <a:endParaRPr lang="en-IN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9961E-8CD6-4F05-8B38-E802CE0C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81" y="4388360"/>
            <a:ext cx="4057136" cy="141480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Guided By;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Kanagaraj G</a:t>
            </a:r>
          </a:p>
          <a:p>
            <a:r>
              <a:rPr lang="en-US" sz="1800" b="1" dirty="0"/>
              <a:t>(AP/ECE)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3F5040-E8AA-4B74-BA23-133F88918A92}"/>
              </a:ext>
            </a:extLst>
          </p:cNvPr>
          <p:cNvSpPr txBox="1"/>
          <p:nvPr/>
        </p:nvSpPr>
        <p:spPr>
          <a:xfrm>
            <a:off x="7650285" y="4388360"/>
            <a:ext cx="5029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Presented by;</a:t>
            </a:r>
          </a:p>
          <a:p>
            <a:pPr marL="447675"/>
            <a:r>
              <a:rPr lang="en-IN" dirty="0"/>
              <a:t>	Bharath G             [620118106015]</a:t>
            </a:r>
          </a:p>
          <a:p>
            <a:r>
              <a:rPr lang="en-IN" dirty="0"/>
              <a:t>	Kalaiarasan M.K   [620118106034]</a:t>
            </a:r>
          </a:p>
          <a:p>
            <a:r>
              <a:rPr lang="en-IN" dirty="0"/>
              <a:t>	Mubarak Ali S.Y    [620118106056]</a:t>
            </a:r>
          </a:p>
          <a:p>
            <a:r>
              <a:rPr lang="en-IN" dirty="0"/>
              <a:t>	Ajay R 	                [620118106003]</a:t>
            </a:r>
          </a:p>
        </p:txBody>
      </p:sp>
    </p:spTree>
    <p:extLst>
      <p:ext uri="{BB962C8B-B14F-4D97-AF65-F5344CB8AC3E}">
        <p14:creationId xmlns:p14="http://schemas.microsoft.com/office/powerpoint/2010/main" val="2406087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9C56DC-C915-4C45-B44E-4FCD7B4525BB}"/>
              </a:ext>
            </a:extLst>
          </p:cNvPr>
          <p:cNvSpPr txBox="1"/>
          <p:nvPr/>
        </p:nvSpPr>
        <p:spPr>
          <a:xfrm>
            <a:off x="482600" y="850900"/>
            <a:ext cx="7200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32B7DF-3D38-4760-AF14-5604FB926DE9}"/>
              </a:ext>
            </a:extLst>
          </p:cNvPr>
          <p:cNvSpPr txBox="1"/>
          <p:nvPr/>
        </p:nvSpPr>
        <p:spPr>
          <a:xfrm>
            <a:off x="1085850" y="1734572"/>
            <a:ext cx="10020300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Voting Machine (EVM) retains all the characteristics of voting by ballot papers, while making polling a lot more expedient.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Considerable amount of time, man power and money is saved as it is extremely fast and reliable.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Voting secrecy is also maintained without use of ballot paper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security and rights of the citizens we implemented finger print sensor and facial recognition for verification of the voter.</a:t>
            </a:r>
          </a:p>
        </p:txBody>
      </p:sp>
    </p:spTree>
    <p:extLst>
      <p:ext uri="{BB962C8B-B14F-4D97-AF65-F5344CB8AC3E}">
        <p14:creationId xmlns:p14="http://schemas.microsoft.com/office/powerpoint/2010/main" val="2947576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E34CAF6-DCE4-4A3B-B173-4B711FA61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748782"/>
              </p:ext>
            </p:extLst>
          </p:nvPr>
        </p:nvGraphicFramePr>
        <p:xfrm>
          <a:off x="149910" y="584775"/>
          <a:ext cx="11892165" cy="60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459">
                  <a:extLst>
                    <a:ext uri="{9D8B030D-6E8A-4147-A177-3AD203B41FA5}">
                      <a16:colId xmlns:a16="http://schemas.microsoft.com/office/drawing/2014/main" val="2116754742"/>
                    </a:ext>
                  </a:extLst>
                </a:gridCol>
                <a:gridCol w="3449147">
                  <a:extLst>
                    <a:ext uri="{9D8B030D-6E8A-4147-A177-3AD203B41FA5}">
                      <a16:colId xmlns:a16="http://schemas.microsoft.com/office/drawing/2014/main" val="2231753211"/>
                    </a:ext>
                  </a:extLst>
                </a:gridCol>
                <a:gridCol w="1255594">
                  <a:extLst>
                    <a:ext uri="{9D8B030D-6E8A-4147-A177-3AD203B41FA5}">
                      <a16:colId xmlns:a16="http://schemas.microsoft.com/office/drawing/2014/main" val="3426501478"/>
                    </a:ext>
                  </a:extLst>
                </a:gridCol>
                <a:gridCol w="3643953">
                  <a:extLst>
                    <a:ext uri="{9D8B030D-6E8A-4147-A177-3AD203B41FA5}">
                      <a16:colId xmlns:a16="http://schemas.microsoft.com/office/drawing/2014/main" val="3205494145"/>
                    </a:ext>
                  </a:extLst>
                </a:gridCol>
                <a:gridCol w="2707012">
                  <a:extLst>
                    <a:ext uri="{9D8B030D-6E8A-4147-A177-3AD203B41FA5}">
                      <a16:colId xmlns:a16="http://schemas.microsoft.com/office/drawing/2014/main" val="3383872884"/>
                    </a:ext>
                  </a:extLst>
                </a:gridCol>
              </a:tblGrid>
              <a:tr h="52437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 and Author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Publication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419302"/>
                  </a:ext>
                </a:extLst>
              </a:tr>
              <a:tr h="524373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Electronic Voting Machine.</a:t>
                      </a:r>
                    </a:p>
                    <a:p>
                      <a:pPr algn="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-D. Ashok Kumar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2012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than Ballot voting system.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difficult task is the complexity of system.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85117"/>
                  </a:ext>
                </a:extLst>
              </a:tr>
              <a:tr h="96595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Performance Electronic Voting Machine (EVM) Implementation Using ARM Cortex M3 .</a:t>
                      </a:r>
                    </a:p>
                    <a:p>
                      <a:pPr algn="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Avinashi N J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vote count display are password protected.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enough security.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446616"/>
                  </a:ext>
                </a:extLst>
              </a:tr>
              <a:tr h="1186738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and implementation of convenient and compulsory voting system using finger print sensor and GSM technologies .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Shubhranil Chakraborty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 secured, GSM based data sharing &amp; reduced Vote counting time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Small Scale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104079"/>
                  </a:ext>
                </a:extLst>
              </a:tr>
              <a:tr h="745161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Smart Online Voting System.</a:t>
                      </a:r>
                    </a:p>
                    <a:p>
                      <a:pPr algn="r"/>
                      <a:r>
                        <a:rPr lang="en-US" sz="120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Ganesh Prabhu S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This system doesn’t require any 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Servers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to be secure and withstand against various attacks 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163380"/>
                  </a:ext>
                </a:extLst>
              </a:tr>
              <a:tr h="1041720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Next Gen Election: Design and Development of E-Voting Web Application.</a:t>
                      </a:r>
                    </a:p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Raghav Chhabra</a:t>
                      </a:r>
                      <a:endParaRPr lang="en-IN" sz="12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Database is stored in an undisclosed location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Officials of the Election Commission of India know the exact location</a:t>
                      </a:r>
                      <a:endParaRPr lang="en-US" sz="1600" b="1" i="0" u="none" strike="noStrike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Time involvement is high.</a:t>
                      </a:r>
                      <a:endParaRPr lang="en-US" sz="16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Heavy and repetitive task of  vote management.</a:t>
                      </a:r>
                      <a:endParaRPr lang="en-US" sz="16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29022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FB26A8A-EA4F-4A70-B56F-4AA9281AC805}"/>
              </a:ext>
            </a:extLst>
          </p:cNvPr>
          <p:cNvSpPr txBox="1"/>
          <p:nvPr/>
        </p:nvSpPr>
        <p:spPr>
          <a:xfrm>
            <a:off x="370150" y="0"/>
            <a:ext cx="11451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74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03630B-4996-4601-AB38-8696D9D03527}"/>
              </a:ext>
            </a:extLst>
          </p:cNvPr>
          <p:cNvSpPr txBox="1"/>
          <p:nvPr/>
        </p:nvSpPr>
        <p:spPr>
          <a:xfrm>
            <a:off x="715207" y="640081"/>
            <a:ext cx="33381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 System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E37887-EAFA-40A9-ACC6-A8075DA138C3}"/>
              </a:ext>
            </a:extLst>
          </p:cNvPr>
          <p:cNvSpPr txBox="1"/>
          <p:nvPr/>
        </p:nvSpPr>
        <p:spPr>
          <a:xfrm>
            <a:off x="892628" y="1375787"/>
            <a:ext cx="10367555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voting system, doesn’t have person image identification, so that there are chances to misuse the others rights.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counting of votes takes some weeks after voting so insider or criminal can use the clip-on device to change the votes recorded in EVM.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limitation of this system is present in its fingerprint acquisition process.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Since the finger print gets tampered due to age, work and other factors such as skin problems, wet hands. so that the system may lags to recognize them.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Also this system contains two parts, control unit and ballot unit, so </a:t>
            </a:r>
            <a:r>
              <a:rPr lang="en-US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hard to maintain these two parts. </a:t>
            </a:r>
          </a:p>
        </p:txBody>
      </p:sp>
    </p:spTree>
    <p:extLst>
      <p:ext uri="{BB962C8B-B14F-4D97-AF65-F5344CB8AC3E}">
        <p14:creationId xmlns:p14="http://schemas.microsoft.com/office/powerpoint/2010/main" val="161702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6AB1FA-4FD6-41AD-9A75-E204319BD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558" y="1452451"/>
            <a:ext cx="7662884" cy="48936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B46EC9-A928-40D7-9D22-B01690283587}"/>
              </a:ext>
            </a:extLst>
          </p:cNvPr>
          <p:cNvSpPr txBox="1"/>
          <p:nvPr/>
        </p:nvSpPr>
        <p:spPr>
          <a:xfrm>
            <a:off x="1001486" y="511925"/>
            <a:ext cx="5094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System:</a:t>
            </a:r>
          </a:p>
        </p:txBody>
      </p:sp>
    </p:spTree>
    <p:extLst>
      <p:ext uri="{BB962C8B-B14F-4D97-AF65-F5344CB8AC3E}">
        <p14:creationId xmlns:p14="http://schemas.microsoft.com/office/powerpoint/2010/main" val="9586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F9142A-52A8-4CA4-AB32-247D1FD2890E}"/>
              </a:ext>
            </a:extLst>
          </p:cNvPr>
          <p:cNvSpPr txBox="1"/>
          <p:nvPr/>
        </p:nvSpPr>
        <p:spPr>
          <a:xfrm>
            <a:off x="847106" y="1300781"/>
            <a:ext cx="10497788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u="none" strike="noStrike" baseline="0" dirty="0">
                <a:latin typeface="Times New Roman" panose="02020603050405020304" pitchFamily="18" charset="0"/>
              </a:rPr>
              <a:t>In this project, an attempt has been made to the development of an authenticated electronic voting system using fingerprint and facial </a:t>
            </a:r>
            <a:r>
              <a:rPr lang="en-US" sz="2400" dirty="0">
                <a:latin typeface="Times New Roman" panose="02020603050405020304" pitchFamily="18" charset="0"/>
              </a:rPr>
              <a:t>recognition.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two-fold authentication system improves the security of the voting process and reduces the chances of a corrupt election process.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facial recognition process utilizes the Local Binary Pattern Histogram and Support Vector Machine process to scan, store and recognize faces efficiently.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private server (cloud or local) is used to store both the user data and the election results separately.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reduces the chances of external manipulation of the election results.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3E1219-AAF8-4F2A-B1A1-5177BA401933}"/>
              </a:ext>
            </a:extLst>
          </p:cNvPr>
          <p:cNvSpPr txBox="1"/>
          <p:nvPr/>
        </p:nvSpPr>
        <p:spPr>
          <a:xfrm>
            <a:off x="847106" y="716006"/>
            <a:ext cx="3793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905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6DE816-1B3A-4538-A607-A74063419562}"/>
              </a:ext>
            </a:extLst>
          </p:cNvPr>
          <p:cNvSpPr txBox="1"/>
          <p:nvPr/>
        </p:nvSpPr>
        <p:spPr>
          <a:xfrm>
            <a:off x="1033462" y="1057275"/>
            <a:ext cx="4810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609479-A6EE-4AC6-991B-9B0725233491}"/>
              </a:ext>
            </a:extLst>
          </p:cNvPr>
          <p:cNvSpPr txBox="1"/>
          <p:nvPr/>
        </p:nvSpPr>
        <p:spPr>
          <a:xfrm>
            <a:off x="1033462" y="2031021"/>
            <a:ext cx="10125075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the security and efficiency of the voting process.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in both local and separate memory so manipulation of votes can be easily found.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 counting is digitalized so, counting process becomes lot more easier.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547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7E5B7E-457B-4D8B-B009-B247E75F9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36" y="1646173"/>
            <a:ext cx="6096528" cy="42187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DF955C-4AA7-47F0-8553-2CF9E9FC78B1}"/>
              </a:ext>
            </a:extLst>
          </p:cNvPr>
          <p:cNvSpPr txBox="1"/>
          <p:nvPr/>
        </p:nvSpPr>
        <p:spPr>
          <a:xfrm>
            <a:off x="940526" y="600891"/>
            <a:ext cx="411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</a:t>
            </a:r>
          </a:p>
        </p:txBody>
      </p:sp>
    </p:spTree>
    <p:extLst>
      <p:ext uri="{BB962C8B-B14F-4D97-AF65-F5344CB8AC3E}">
        <p14:creationId xmlns:p14="http://schemas.microsoft.com/office/powerpoint/2010/main" val="3011348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3E6B2A-080F-4143-BC92-2C58724B8753}"/>
              </a:ext>
            </a:extLst>
          </p:cNvPr>
          <p:cNvSpPr txBox="1"/>
          <p:nvPr/>
        </p:nvSpPr>
        <p:spPr>
          <a:xfrm>
            <a:off x="1161535" y="2832325"/>
            <a:ext cx="96876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3178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566</TotalTime>
  <Words>562</Words>
  <Application>Microsoft Office PowerPoint</Application>
  <PresentationFormat>Widescreen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Century Gothic</vt:lpstr>
      <vt:lpstr>Times New Roman</vt:lpstr>
      <vt:lpstr>Wingdings 3</vt:lpstr>
      <vt:lpstr>Ion</vt:lpstr>
      <vt:lpstr>Electronic Voting Machine with fingerprint and facial recognition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Electronic Voting Machine</dc:title>
  <dc:creator>ShaDow MoNaRcH</dc:creator>
  <cp:lastModifiedBy>ShaDoW MoNaRcH</cp:lastModifiedBy>
  <cp:revision>41</cp:revision>
  <dcterms:created xsi:type="dcterms:W3CDTF">2022-03-17T09:06:25Z</dcterms:created>
  <dcterms:modified xsi:type="dcterms:W3CDTF">2022-05-04T20:07:59Z</dcterms:modified>
</cp:coreProperties>
</file>