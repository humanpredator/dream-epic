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9"/>
  </p:notesMasterIdLst>
  <p:sldIdLst>
    <p:sldId id="256" r:id="rId2"/>
    <p:sldId id="262" r:id="rId3"/>
    <p:sldId id="264" r:id="rId4"/>
    <p:sldId id="263" r:id="rId5"/>
    <p:sldId id="260" r:id="rId6"/>
    <p:sldId id="265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1325D-BC9B-40CA-A232-812DD10CD9D7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08411-82E5-48F5-A95A-D6382729B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7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34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3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1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3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4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4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7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58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93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97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5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1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0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FD472B-3F04-4140-8EB9-D00A0FF39B7A}" type="datetimeFigureOut">
              <a:rPr lang="en-IN" smtClean="0"/>
              <a:t>17-04-2022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136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655F-E6EE-438E-9494-470CD016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429" y="1106387"/>
            <a:ext cx="8723141" cy="23226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Electronic Voting Machine with fingerprint and facial recognition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9961E-8CD6-4F05-8B38-E802CE0C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81" y="4388360"/>
            <a:ext cx="4057136" cy="14148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Guided By;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Asst.Professor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b="1" dirty="0">
                <a:solidFill>
                  <a:schemeClr val="tx1"/>
                </a:solidFill>
              </a:rPr>
              <a:t>Kanagaraj 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F5040-E8AA-4B74-BA23-133F88918A92}"/>
              </a:ext>
            </a:extLst>
          </p:cNvPr>
          <p:cNvSpPr txBox="1"/>
          <p:nvPr/>
        </p:nvSpPr>
        <p:spPr>
          <a:xfrm>
            <a:off x="9086568" y="4388360"/>
            <a:ext cx="502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Batch Students;</a:t>
            </a:r>
          </a:p>
          <a:p>
            <a:r>
              <a:rPr lang="en-IN" dirty="0"/>
              <a:t>	Bharath G</a:t>
            </a:r>
          </a:p>
          <a:p>
            <a:r>
              <a:rPr lang="en-IN" dirty="0"/>
              <a:t>	Kalaiarasan M.K</a:t>
            </a:r>
          </a:p>
          <a:p>
            <a:r>
              <a:rPr lang="en-IN" dirty="0"/>
              <a:t>	Mubarak Ali S.Y</a:t>
            </a:r>
          </a:p>
          <a:p>
            <a:r>
              <a:rPr lang="en-IN" dirty="0"/>
              <a:t>	Ajay R</a:t>
            </a:r>
          </a:p>
        </p:txBody>
      </p:sp>
    </p:spTree>
    <p:extLst>
      <p:ext uri="{BB962C8B-B14F-4D97-AF65-F5344CB8AC3E}">
        <p14:creationId xmlns:p14="http://schemas.microsoft.com/office/powerpoint/2010/main" val="240608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E34CAF6-DCE4-4A3B-B173-4B711FA6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11138"/>
              </p:ext>
            </p:extLst>
          </p:nvPr>
        </p:nvGraphicFramePr>
        <p:xfrm>
          <a:off x="485433" y="1200038"/>
          <a:ext cx="11451687" cy="5106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477">
                  <a:extLst>
                    <a:ext uri="{9D8B030D-6E8A-4147-A177-3AD203B41FA5}">
                      <a16:colId xmlns:a16="http://schemas.microsoft.com/office/drawing/2014/main" val="2116754742"/>
                    </a:ext>
                  </a:extLst>
                </a:gridCol>
                <a:gridCol w="3795623">
                  <a:extLst>
                    <a:ext uri="{9D8B030D-6E8A-4147-A177-3AD203B41FA5}">
                      <a16:colId xmlns:a16="http://schemas.microsoft.com/office/drawing/2014/main" val="2231753211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426501478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205494145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383872884"/>
                    </a:ext>
                  </a:extLst>
                </a:gridCol>
              </a:tblGrid>
              <a:tr h="65490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419302"/>
                  </a:ext>
                </a:extLst>
              </a:tr>
              <a:tr h="76400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 Voting Machine.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Ballot voting system.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difficult task is the complexity of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85117"/>
                  </a:ext>
                </a:extLst>
              </a:tr>
              <a:tr h="94052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Performance Electronic Voting Machine (EVM) Implementation Using ARM Cortex M3 .</a:t>
                      </a: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vote count display are password protected.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enough security.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6616"/>
                  </a:ext>
                </a:extLst>
              </a:tr>
              <a:tr h="1193075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convenient and compulsory voting system using finger print sensor and GSM technologies .</a:t>
                      </a: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 secured, GSM based data sharing &amp; reduced Vote counting time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Small Scale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040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Online Voting System.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This system no requirement of an election officer, paper ballot or any electronic voting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Servers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be secure and withstand against various attacks 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633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B26A8A-EA4F-4A70-B56F-4AA9281AC805}"/>
              </a:ext>
            </a:extLst>
          </p:cNvPr>
          <p:cNvSpPr txBox="1"/>
          <p:nvPr/>
        </p:nvSpPr>
        <p:spPr>
          <a:xfrm>
            <a:off x="393993" y="307133"/>
            <a:ext cx="1145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and Comparative Survey: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4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3630B-4996-4601-AB38-8696D9D03527}"/>
              </a:ext>
            </a:extLst>
          </p:cNvPr>
          <p:cNvSpPr txBox="1"/>
          <p:nvPr/>
        </p:nvSpPr>
        <p:spPr>
          <a:xfrm>
            <a:off x="892628" y="470264"/>
            <a:ext cx="3085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 System: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37887-EAFA-40A9-ACC6-A8075DA138C3}"/>
              </a:ext>
            </a:extLst>
          </p:cNvPr>
          <p:cNvSpPr txBox="1"/>
          <p:nvPr/>
        </p:nvSpPr>
        <p:spPr>
          <a:xfrm>
            <a:off x="892628" y="1375787"/>
            <a:ext cx="1040674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voting system, doesn’t have person identification, so that there are chances to misuse the others rights.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India counting of votes takes some weeks after voting so insider or criminal can use the clip-on device to change the votes recorded in EVM.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BEL and ECIL (EVMs  manufacturers) have shared the top secret EVM software program to copy it onto the microcontrollers used in EVMs with two foreign companies, Microchip(USA) and Renesas ( Japan).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such facts the software and as well as hardware both are not safe and secure. </a:t>
            </a:r>
          </a:p>
        </p:txBody>
      </p:sp>
    </p:spTree>
    <p:extLst>
      <p:ext uri="{BB962C8B-B14F-4D97-AF65-F5344CB8AC3E}">
        <p14:creationId xmlns:p14="http://schemas.microsoft.com/office/powerpoint/2010/main" val="16170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6837-9A3B-4435-A0B6-56F2ECFF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681037"/>
            <a:ext cx="9404723" cy="140053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AD6C-9BD6-4354-875B-29D31710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85950"/>
            <a:ext cx="10515600" cy="2181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Voting Machine with fingerprint and facial recognition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9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9142A-52A8-4CA4-AB32-247D1FD2890E}"/>
              </a:ext>
            </a:extLst>
          </p:cNvPr>
          <p:cNvSpPr txBox="1"/>
          <p:nvPr/>
        </p:nvSpPr>
        <p:spPr>
          <a:xfrm>
            <a:off x="354228" y="1645718"/>
            <a:ext cx="11454596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to improve the Security of the existing voting system in India.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and facial recognition based authentication used for secure voting.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security of the system, the information must be encrypted and it provide more privacy.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fingerprint gets tampered due to age and other factors, it scan still be used because of the new facial recognition feature.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E1219-AAF8-4F2A-B1A1-5177BA401933}"/>
              </a:ext>
            </a:extLst>
          </p:cNvPr>
          <p:cNvSpPr txBox="1"/>
          <p:nvPr/>
        </p:nvSpPr>
        <p:spPr>
          <a:xfrm>
            <a:off x="354227" y="716006"/>
            <a:ext cx="1115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90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1EF508-F106-4BA7-BD05-B40D7D114DB7}"/>
              </a:ext>
            </a:extLst>
          </p:cNvPr>
          <p:cNvSpPr txBox="1"/>
          <p:nvPr/>
        </p:nvSpPr>
        <p:spPr>
          <a:xfrm>
            <a:off x="1214846" y="849086"/>
            <a:ext cx="6583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Chart: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0CA1EE-393D-4379-90E9-5E0108611BAD}"/>
              </a:ext>
            </a:extLst>
          </p:cNvPr>
          <p:cNvSpPr/>
          <p:nvPr/>
        </p:nvSpPr>
        <p:spPr>
          <a:xfrm>
            <a:off x="6544491" y="1306286"/>
            <a:ext cx="1658983" cy="5847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FB2B7089-69B8-4D86-AF72-1799C425D885}"/>
              </a:ext>
            </a:extLst>
          </p:cNvPr>
          <p:cNvSpPr/>
          <p:nvPr/>
        </p:nvSpPr>
        <p:spPr>
          <a:xfrm>
            <a:off x="6433455" y="2207835"/>
            <a:ext cx="1959430" cy="1031966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Govt. ID along  with FG and FR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9596DE-E2B8-4CBC-806C-97E68A80A7E0}"/>
              </a:ext>
            </a:extLst>
          </p:cNvPr>
          <p:cNvSpPr/>
          <p:nvPr/>
        </p:nvSpPr>
        <p:spPr>
          <a:xfrm>
            <a:off x="6426924" y="3533072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of voters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FF8946-0484-47CF-A5D8-81B37E26206A}"/>
              </a:ext>
            </a:extLst>
          </p:cNvPr>
          <p:cNvSpPr/>
          <p:nvPr/>
        </p:nvSpPr>
        <p:spPr>
          <a:xfrm>
            <a:off x="6433456" y="4416553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 will stored in ROM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C204CE-0248-4B25-A6FF-7D3BB4F44E05}"/>
              </a:ext>
            </a:extLst>
          </p:cNvPr>
          <p:cNvSpPr/>
          <p:nvPr/>
        </p:nvSpPr>
        <p:spPr>
          <a:xfrm>
            <a:off x="6426923" y="5279359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Acknowledge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display and SMS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B162FA-EE79-43D1-9F29-61840945FED1}"/>
              </a:ext>
            </a:extLst>
          </p:cNvPr>
          <p:cNvSpPr/>
          <p:nvPr/>
        </p:nvSpPr>
        <p:spPr>
          <a:xfrm>
            <a:off x="3313611" y="2431430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Allowed For Election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1EA4EA-ECE5-4E50-9ABB-D0B647E41D98}"/>
              </a:ext>
            </a:extLst>
          </p:cNvPr>
          <p:cNvCxnSpPr>
            <a:cxnSpLocks/>
          </p:cNvCxnSpPr>
          <p:nvPr/>
        </p:nvCxnSpPr>
        <p:spPr>
          <a:xfrm flipH="1">
            <a:off x="2743200" y="5571746"/>
            <a:ext cx="35128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0B68A3-08D5-451E-BC05-63329C102C7E}"/>
              </a:ext>
            </a:extLst>
          </p:cNvPr>
          <p:cNvCxnSpPr>
            <a:cxnSpLocks/>
          </p:cNvCxnSpPr>
          <p:nvPr/>
        </p:nvCxnSpPr>
        <p:spPr>
          <a:xfrm flipV="1">
            <a:off x="2743200" y="1598673"/>
            <a:ext cx="0" cy="3973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87DE20-0D09-4D23-BE52-2A7E16DC5695}"/>
              </a:ext>
            </a:extLst>
          </p:cNvPr>
          <p:cNvCxnSpPr>
            <a:cxnSpLocks/>
          </p:cNvCxnSpPr>
          <p:nvPr/>
        </p:nvCxnSpPr>
        <p:spPr>
          <a:xfrm>
            <a:off x="2743200" y="1598673"/>
            <a:ext cx="36902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E7E052-6C1C-407E-90EE-2F7EF3CD3D5C}"/>
              </a:ext>
            </a:extLst>
          </p:cNvPr>
          <p:cNvCxnSpPr>
            <a:cxnSpLocks/>
          </p:cNvCxnSpPr>
          <p:nvPr/>
        </p:nvCxnSpPr>
        <p:spPr>
          <a:xfrm>
            <a:off x="7406640" y="1957030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59391C-2146-418A-89BA-86FA45BF225D}"/>
              </a:ext>
            </a:extLst>
          </p:cNvPr>
          <p:cNvCxnSpPr>
            <a:cxnSpLocks/>
          </p:cNvCxnSpPr>
          <p:nvPr/>
        </p:nvCxnSpPr>
        <p:spPr>
          <a:xfrm>
            <a:off x="7406638" y="3285521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20EFF5-A414-49DC-B128-E22F4D91590C}"/>
              </a:ext>
            </a:extLst>
          </p:cNvPr>
          <p:cNvCxnSpPr>
            <a:cxnSpLocks/>
          </p:cNvCxnSpPr>
          <p:nvPr/>
        </p:nvCxnSpPr>
        <p:spPr>
          <a:xfrm>
            <a:off x="7371804" y="4163567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A77BB5-E99F-4F02-9CB9-B3DC068C6E22}"/>
              </a:ext>
            </a:extLst>
          </p:cNvPr>
          <p:cNvCxnSpPr>
            <a:cxnSpLocks/>
          </p:cNvCxnSpPr>
          <p:nvPr/>
        </p:nvCxnSpPr>
        <p:spPr>
          <a:xfrm>
            <a:off x="7371804" y="5039428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88A4F75-7A0C-4824-A235-B9C3049FC481}"/>
              </a:ext>
            </a:extLst>
          </p:cNvPr>
          <p:cNvCxnSpPr>
            <a:cxnSpLocks/>
          </p:cNvCxnSpPr>
          <p:nvPr/>
        </p:nvCxnSpPr>
        <p:spPr>
          <a:xfrm flipH="1" flipV="1">
            <a:off x="5349240" y="2714293"/>
            <a:ext cx="982980" cy="9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9D0F276-5DAE-4294-A804-D00BC74CA53D}"/>
              </a:ext>
            </a:extLst>
          </p:cNvPr>
          <p:cNvSpPr txBox="1"/>
          <p:nvPr/>
        </p:nvSpPr>
        <p:spPr>
          <a:xfrm>
            <a:off x="5456556" y="2835777"/>
            <a:ext cx="1278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ID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20A5F4-3F8B-4B09-9265-3A4E9FD0D43F}"/>
              </a:ext>
            </a:extLst>
          </p:cNvPr>
          <p:cNvSpPr txBox="1"/>
          <p:nvPr/>
        </p:nvSpPr>
        <p:spPr>
          <a:xfrm>
            <a:off x="7564030" y="3188725"/>
            <a:ext cx="1278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ID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D5C194A-09B0-4AD8-840A-0C938ADCF224}"/>
              </a:ext>
            </a:extLst>
          </p:cNvPr>
          <p:cNvCxnSpPr>
            <a:cxnSpLocks/>
          </p:cNvCxnSpPr>
          <p:nvPr/>
        </p:nvCxnSpPr>
        <p:spPr>
          <a:xfrm flipV="1">
            <a:off x="4318546" y="1714500"/>
            <a:ext cx="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6F38FE2-362B-4E18-8F15-84D18CED8014}"/>
              </a:ext>
            </a:extLst>
          </p:cNvPr>
          <p:cNvSpPr txBox="1"/>
          <p:nvPr/>
        </p:nvSpPr>
        <p:spPr>
          <a:xfrm>
            <a:off x="9771193" y="5571746"/>
            <a:ext cx="2205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*FG=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*FR = Facial Recognition </a:t>
            </a:r>
          </a:p>
        </p:txBody>
      </p:sp>
    </p:spTree>
    <p:extLst>
      <p:ext uri="{BB962C8B-B14F-4D97-AF65-F5344CB8AC3E}">
        <p14:creationId xmlns:p14="http://schemas.microsoft.com/office/powerpoint/2010/main" val="315623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E6B2A-080F-4143-BC92-2C58724B8753}"/>
              </a:ext>
            </a:extLst>
          </p:cNvPr>
          <p:cNvSpPr txBox="1"/>
          <p:nvPr/>
        </p:nvSpPr>
        <p:spPr>
          <a:xfrm>
            <a:off x="1161535" y="2832325"/>
            <a:ext cx="9687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17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420</TotalTime>
  <Words>410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Times New Roman</vt:lpstr>
      <vt:lpstr>Wingdings 3</vt:lpstr>
      <vt:lpstr>Ion</vt:lpstr>
      <vt:lpstr>Electronic Voting Machine with fingerprint and facial recognition</vt:lpstr>
      <vt:lpstr>PowerPoint Presentation</vt:lpstr>
      <vt:lpstr>PowerPoint Presentation</vt:lpstr>
      <vt:lpstr>Proposed System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Electronic Voting Machine</dc:title>
  <dc:creator>ShaDow MoNaRcH</dc:creator>
  <cp:lastModifiedBy>KALAIARASAN</cp:lastModifiedBy>
  <cp:revision>26</cp:revision>
  <dcterms:created xsi:type="dcterms:W3CDTF">2022-03-17T09:06:25Z</dcterms:created>
  <dcterms:modified xsi:type="dcterms:W3CDTF">2022-04-17T09:48:06Z</dcterms:modified>
</cp:coreProperties>
</file>